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60" r:id="rId4"/>
    <p:sldId id="261" r:id="rId5"/>
    <p:sldId id="262" r:id="rId6"/>
    <p:sldId id="265" r:id="rId7"/>
    <p:sldId id="259" r:id="rId8"/>
    <p:sldId id="264" r:id="rId9"/>
    <p:sldId id="282" r:id="rId10"/>
    <p:sldId id="267" r:id="rId11"/>
    <p:sldId id="266" r:id="rId12"/>
    <p:sldId id="275" r:id="rId13"/>
    <p:sldId id="286" r:id="rId14"/>
    <p:sldId id="274" r:id="rId15"/>
    <p:sldId id="276" r:id="rId16"/>
    <p:sldId id="272" r:id="rId17"/>
    <p:sldId id="277" r:id="rId18"/>
    <p:sldId id="280" r:id="rId19"/>
    <p:sldId id="284" r:id="rId20"/>
    <p:sldId id="271" r:id="rId21"/>
    <p:sldId id="285" r:id="rId22"/>
    <p:sldId id="281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führung" id="{352D30AC-9C61-4EDA-BA9F-3EA4BBCE5827}">
          <p14:sldIdLst>
            <p14:sldId id="257"/>
            <p14:sldId id="258"/>
            <p14:sldId id="260"/>
            <p14:sldId id="261"/>
            <p14:sldId id="262"/>
            <p14:sldId id="265"/>
            <p14:sldId id="259"/>
            <p14:sldId id="264"/>
          </p14:sldIdLst>
        </p14:section>
        <p14:section name="Invenfinity" id="{58059F50-9383-4ADA-8300-F15FEFA482DC}">
          <p14:sldIdLst>
            <p14:sldId id="282"/>
            <p14:sldId id="267"/>
            <p14:sldId id="266"/>
            <p14:sldId id="275"/>
            <p14:sldId id="286"/>
          </p14:sldIdLst>
        </p14:section>
        <p14:section name="Tech" id="{D9547BBF-7F05-401F-AC5A-D694DEAFA4DD}">
          <p14:sldIdLst>
            <p14:sldId id="274"/>
            <p14:sldId id="276"/>
            <p14:sldId id="272"/>
            <p14:sldId id="277"/>
            <p14:sldId id="280"/>
          </p14:sldIdLst>
        </p14:section>
        <p14:section name="Ausblick" id="{9E1AE815-2DB7-4277-B105-5F3BCAC842A8}">
          <p14:sldIdLst>
            <p14:sldId id="284"/>
            <p14:sldId id="271"/>
            <p14:sldId id="285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752" autoAdjust="0"/>
  </p:normalViewPr>
  <p:slideViewPr>
    <p:cSldViewPr snapToGrid="0">
      <p:cViewPr varScale="1">
        <p:scale>
          <a:sx n="70" d="100"/>
          <a:sy n="70" d="100"/>
        </p:scale>
        <p:origin x="11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F9370-2E74-42A0-AA7B-5EC7A14EBE67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63E48-F0B8-4899-A34B-D127569E86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29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537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Größe</a:t>
            </a:r>
          </a:p>
          <a:p>
            <a:r>
              <a:rPr lang="de-DE" dirty="0"/>
              <a:t>Verschiedene </a:t>
            </a:r>
            <a:r>
              <a:rPr lang="de-DE" dirty="0" err="1"/>
              <a:t>größemn</a:t>
            </a:r>
            <a:endParaRPr lang="de-DE" dirty="0"/>
          </a:p>
          <a:p>
            <a:r>
              <a:rPr lang="de-DE" dirty="0"/>
              <a:t>100.000 verschieden</a:t>
            </a:r>
          </a:p>
          <a:p>
            <a:r>
              <a:rPr lang="de-DE" dirty="0" err="1"/>
              <a:t>Gridfinity</a:t>
            </a:r>
            <a:r>
              <a:rPr lang="de-DE" dirty="0"/>
              <a:t> zeigen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509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350 In Tabelle</a:t>
            </a:r>
          </a:p>
          <a:p>
            <a:r>
              <a:rPr lang="de-DE" dirty="0"/>
              <a:t>1100 Bins</a:t>
            </a:r>
          </a:p>
          <a:p>
            <a:r>
              <a:rPr lang="de-DE" dirty="0"/>
              <a:t>16,6 g per bin</a:t>
            </a:r>
          </a:p>
          <a:p>
            <a:r>
              <a:rPr lang="de-DE" dirty="0"/>
              <a:t>18,2 Kg</a:t>
            </a:r>
          </a:p>
          <a:p>
            <a:r>
              <a:rPr lang="de-DE" dirty="0"/>
              <a:t>2qm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905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Windows </a:t>
            </a:r>
            <a:r>
              <a:rPr lang="de-DE" b="1" dirty="0" err="1"/>
              <a:t>Presentation</a:t>
            </a:r>
            <a:r>
              <a:rPr lang="de-DE" b="1" dirty="0"/>
              <a:t> </a:t>
            </a:r>
            <a:r>
              <a:rPr lang="de-DE" b="1" dirty="0" err="1"/>
              <a:t>Foundation</a:t>
            </a:r>
            <a:endParaRPr lang="de-DE" b="1" dirty="0"/>
          </a:p>
          <a:p>
            <a:r>
              <a:rPr lang="de-DE" dirty="0"/>
              <a:t> 2006</a:t>
            </a:r>
          </a:p>
          <a:p>
            <a:endParaRPr lang="de-DE" dirty="0"/>
          </a:p>
          <a:p>
            <a:r>
              <a:rPr lang="de-DE" dirty="0" err="1"/>
              <a:t>Win</a:t>
            </a:r>
            <a:r>
              <a:rPr lang="de-DE" dirty="0"/>
              <a:t> UI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296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66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/>
              <a:t>Orthogonalität</a:t>
            </a:r>
          </a:p>
          <a:p>
            <a:r>
              <a:rPr lang="de-DE" b="1" dirty="0"/>
              <a:t>Zustandsdiagramm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6007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Relationelles</a:t>
            </a:r>
            <a:r>
              <a:rPr lang="de-DE" dirty="0"/>
              <a:t> Datenbankmodell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214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AD0F-701D-3510-5F39-15815C369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C4B8E7-AABD-3A33-7A3B-B087E2B0B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E76DF50-E7F6-7F3C-44F3-8D621A58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350 In Tabelle</a:t>
            </a:r>
          </a:p>
          <a:p>
            <a:r>
              <a:rPr lang="de-DE" dirty="0"/>
              <a:t>1100 Bins</a:t>
            </a:r>
          </a:p>
          <a:p>
            <a:r>
              <a:rPr lang="de-DE" dirty="0"/>
              <a:t>16,6 g per bin</a:t>
            </a:r>
          </a:p>
          <a:p>
            <a:r>
              <a:rPr lang="de-DE" dirty="0"/>
              <a:t>18,2 Kg</a:t>
            </a:r>
          </a:p>
          <a:p>
            <a:r>
              <a:rPr lang="de-DE" dirty="0"/>
              <a:t>2qm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6DEEF2-290A-82AD-AB65-AE7131111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63E48-F0B8-4899-A34B-D127569E862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683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CDB07-8D49-459D-760D-8036F04C3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D4A8CC-934A-4121-29DD-E168FBBF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A088DB-18D8-6B84-FDE1-2B97B789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66DCEC-F6FA-3F44-C0D5-AFA49AF2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41F529-1780-4751-1255-DBD889797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3303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1A49A-AFFF-9DBA-0ABC-D2092CEF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7B46A1-7738-979C-C7CC-02926D017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F4C2C3-CF51-6146-2B3C-BAA7ABE3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8094EB-1151-19CD-A463-0262A968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8DB42D-4E8F-385A-D6EB-30E06334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8161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48120-5589-9F60-1CC3-181722535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29DDA0-AC76-CD92-EEF7-82142720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051153-979C-7CBD-9E53-4C46D53DD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EFDCD-0EF1-FD45-82AA-5CD91733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B179C7-6976-00A2-29A3-048F832B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43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60FA4A-7B4F-AC1F-3FC8-326D9228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AB2CA1-3FDC-C2D5-A716-1D70886BB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9BAA31C-0248-4E32-4EBD-394D5185A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9D7826-5F26-176A-E21A-C51698145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8BAF7B-F9D9-F96D-AF13-EBBC08E84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A28A75-FD4A-032C-70A6-49A5D1295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44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7107DC-3B2D-1174-1B15-F703BA926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5D7789-0A28-A891-2B03-F1A6B8AD5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DB10B6-033E-553C-7360-AB11FAAF8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23B3E22-CF98-95CD-5DFD-B56B47791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0C0D69-643D-6DA1-C2F4-7E9B80475A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4347BFF-24C3-07DD-574A-21DEC1CD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492782D-ABB3-DBC5-9995-DF42B5F8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C23A96C-72D9-01D4-C574-B9D7D822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69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CC73E-A49E-7499-C2C3-3FB194CC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874997-0F05-DF81-D896-ED9DD58ED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00BED5-4660-C849-419A-1C406A09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8A7133-6F7C-356B-223F-A19B7533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57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9933F3-E179-8E9F-41B1-66FA17CFF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104BE6-C8EB-89D8-E88F-7D0DCC2B6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D60E30-5522-EC65-BC0A-D43B757A1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93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2DA3E5-C2F8-A177-DF29-C1773376C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0009F9-B341-19E5-33A1-AC9D1F699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979D7C-6D0B-9245-54BE-B0E191F7D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3064FC-85E1-1C43-1DA8-A20414769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318C64-39D8-542B-960E-6B7E0838A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E7E36B-57EE-B029-3EF5-96DED07A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959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32117-C179-2620-B6E3-3C87BB19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EE7AB8D-48B7-6F04-A73B-889E80145C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7E4BBE-5A25-43A6-D53A-560677CDB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7969C9-ABAC-C4D5-9F61-8736DC8A8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2AC8570-8736-0365-2160-835768364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1E606C-7B84-EBBB-8A6D-CD60AC160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1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B8964A-292A-47C3-6E45-B2C3FAAA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C36A1FE-C279-0E27-3C4B-FBDB8ECB8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60F39E-5A99-93E1-8060-8BD251C2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3BBAC-7E29-AAEE-F6AB-22012EA4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57D38F-A81D-DF53-F6BB-9D081D53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73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89E04B6-4A12-AC7E-45D5-86088C5778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3CE0F20-303D-C8C9-BC30-1CC4149F8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5160C6-1F5D-42DE-9BD0-F397FEFE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A39E88-BE74-81EA-6314-99CD3BAD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9E9DA-02F5-AC76-1F92-83C51CE4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399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D10A8D1-EE43-4588-9330-A86CA222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6BAF77-ABB4-45D8-D1D0-7115CDF8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B0EDAC-B4DC-EC31-3495-AF9E394A0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7DA39-1686-4539-8ABC-3B55F360A16D}" type="datetimeFigureOut">
              <a:rPr lang="de-DE" smtClean="0"/>
              <a:t>25.03.2026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A1ACAB-222D-974D-09FA-FEBF1EFC2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4CFD75-58DE-2C96-456D-0F50A839D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DE692-B4AE-44C5-A88B-B50BC58E09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62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1FD1D07-E93C-6A7F-FBAE-9B97BD5935E0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74D76B-2D2D-C2D2-694B-71B3AF2DE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1998" cy="6857999"/>
          </a:xfrm>
        </p:spPr>
        <p:txBody>
          <a:bodyPr anchor="ctr">
            <a:normAutofit/>
          </a:bodyPr>
          <a:lstStyle/>
          <a:p>
            <a:r>
              <a:rPr lang="de-DE" sz="11500" dirty="0">
                <a:solidFill>
                  <a:schemeClr val="bg1"/>
                </a:solidFill>
              </a:rPr>
              <a:t>Ordnung ist das halbe Leben</a:t>
            </a:r>
          </a:p>
        </p:txBody>
      </p:sp>
    </p:spTree>
    <p:extLst>
      <p:ext uri="{BB962C8B-B14F-4D97-AF65-F5344CB8AC3E}">
        <p14:creationId xmlns:p14="http://schemas.microsoft.com/office/powerpoint/2010/main" val="238080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C4E858B-442C-7EE1-2FC8-505A682F1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555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Inhaltsplatzhalter 7">
                <a:extLst>
                  <a:ext uri="{FF2B5EF4-FFF2-40B4-BE49-F238E27FC236}">
                    <a16:creationId xmlns:a16="http://schemas.microsoft.com/office/drawing/2014/main" id="{9EB8F0C4-4959-7567-0F90-A6BE8FD282AD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32277680"/>
                  </p:ext>
                </p:extLst>
              </p:nvPr>
            </p:nvGraphicFramePr>
            <p:xfrm>
              <a:off x="3311782" y="298391"/>
              <a:ext cx="5568434" cy="626121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568434" cy="6261216"/>
                    </a:xfrm>
                    <a:prstGeom prst="rect">
                      <a:avLst/>
                    </a:prstGeom>
                  </am3d:spPr>
                  <am3d:camera>
                    <am3d:pos x="0" y="0" z="767145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953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6905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Inhaltsplatzhalter 7">
                <a:extLst>
                  <a:ext uri="{FF2B5EF4-FFF2-40B4-BE49-F238E27FC236}">
                    <a16:creationId xmlns:a16="http://schemas.microsoft.com/office/drawing/2014/main" id="{9EB8F0C4-4959-7567-0F90-A6BE8FD282A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1782" y="298391"/>
                <a:ext cx="5568434" cy="62612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0424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A3744-EFC8-F2C5-B126-D8AB1673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Inhaltsplatzhalter 7">
                <a:extLst>
                  <a:ext uri="{FF2B5EF4-FFF2-40B4-BE49-F238E27FC236}">
                    <a16:creationId xmlns:a16="http://schemas.microsoft.com/office/drawing/2014/main" id="{F3DDE139-1562-8389-10E4-65A5C46B3F79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74611672"/>
                  </p:ext>
                </p:extLst>
              </p:nvPr>
            </p:nvGraphicFramePr>
            <p:xfrm>
              <a:off x="2331356" y="-535535"/>
              <a:ext cx="7529285" cy="792906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7529285" cy="7929068"/>
                    </a:xfrm>
                    <a:prstGeom prst="rect">
                      <a:avLst/>
                    </a:prstGeom>
                  </am3d:spPr>
                  <am3d:camera>
                    <am3d:pos x="0" y="0" z="767145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953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835136" ay="1580637" az="253168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6905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Inhaltsplatzhalter 7">
                <a:extLst>
                  <a:ext uri="{FF2B5EF4-FFF2-40B4-BE49-F238E27FC236}">
                    <a16:creationId xmlns:a16="http://schemas.microsoft.com/office/drawing/2014/main" id="{F3DDE139-1562-8389-10E4-65A5C46B3F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1356" y="-535535"/>
                <a:ext cx="7529285" cy="79290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8769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79494-915E-2F7C-8207-34B3E4636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Inhaltsplatzhalter 7">
                <a:extLst>
                  <a:ext uri="{FF2B5EF4-FFF2-40B4-BE49-F238E27FC236}">
                    <a16:creationId xmlns:a16="http://schemas.microsoft.com/office/drawing/2014/main" id="{0F30E783-3A78-E9A6-4792-3A68DE3BE409}"/>
                  </a:ext>
                </a:extLst>
              </p:cNvPr>
              <p:cNvGraphicFramePr>
                <a:graphicFrameLocks noGrp="1" noChangeAspect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40915750"/>
                  </p:ext>
                </p:extLst>
              </p:nvPr>
            </p:nvGraphicFramePr>
            <p:xfrm>
              <a:off x="2597879" y="-573610"/>
              <a:ext cx="6996237" cy="800521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996237" cy="8005217"/>
                    </a:xfrm>
                    <a:prstGeom prst="rect">
                      <a:avLst/>
                    </a:prstGeom>
                  </am3d:spPr>
                  <am3d:camera>
                    <am3d:pos x="0" y="0" z="767145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953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3534597" ay="2953973" az="-308843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869056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Inhaltsplatzhalter 7">
                <a:extLst>
                  <a:ext uri="{FF2B5EF4-FFF2-40B4-BE49-F238E27FC236}">
                    <a16:creationId xmlns:a16="http://schemas.microsoft.com/office/drawing/2014/main" id="{0F30E783-3A78-E9A6-4792-3A68DE3BE4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97879" y="-573610"/>
                <a:ext cx="6996237" cy="800521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0249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-Modell 4">
                <a:extLst>
                  <a:ext uri="{FF2B5EF4-FFF2-40B4-BE49-F238E27FC236}">
                    <a16:creationId xmlns:a16="http://schemas.microsoft.com/office/drawing/2014/main" id="{8C686381-672C-86A9-C110-AB6C8EEF3A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9541672"/>
                  </p:ext>
                </p:extLst>
              </p:nvPr>
            </p:nvGraphicFramePr>
            <p:xfrm>
              <a:off x="-1186234" y="-1854515"/>
              <a:ext cx="13378234" cy="8712515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3378234" cy="8712515"/>
                    </a:xfrm>
                    <a:prstGeom prst="rect">
                      <a:avLst/>
                    </a:prstGeom>
                  </am3d:spPr>
                  <am3d:camera>
                    <am3d:pos x="0" y="0" z="6664139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6" d="1000000"/>
                    <am3d:preTrans dx="-18000000" dy="285714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3154266" ay="-3255562" az="-2800918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36829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-Modell 4">
                <a:extLst>
                  <a:ext uri="{FF2B5EF4-FFF2-40B4-BE49-F238E27FC236}">
                    <a16:creationId xmlns:a16="http://schemas.microsoft.com/office/drawing/2014/main" id="{8C686381-672C-86A9-C110-AB6C8EEF3A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186234" y="-1854515"/>
                <a:ext cx="13378234" cy="87125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914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F6E6026-4658-451A-E5AE-5EFEA666172B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8A06283-C981-E2B8-9004-269576DFA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2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502E004-43DF-144D-42C8-CFF1E83E2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86" y="0"/>
            <a:ext cx="4698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82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1CA5B-E3EE-FB3D-85B2-F05F4C76C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7A36FC7-9F30-CF20-14F4-E685886D6405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C149305-E6FC-BB97-F979-477A2F96B290}"/>
              </a:ext>
            </a:extLst>
          </p:cNvPr>
          <p:cNvGrpSpPr/>
          <p:nvPr/>
        </p:nvGrpSpPr>
        <p:grpSpPr>
          <a:xfrm>
            <a:off x="3026229" y="2601686"/>
            <a:ext cx="6139540" cy="1654626"/>
            <a:chOff x="6096000" y="4155311"/>
            <a:chExt cx="4396740" cy="948691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5B0ADA39-6E4E-E799-8149-7D6CB7FAEDD7}"/>
                </a:ext>
              </a:extLst>
            </p:cNvPr>
            <p:cNvSpPr/>
            <p:nvPr/>
          </p:nvSpPr>
          <p:spPr>
            <a:xfrm>
              <a:off x="6096000" y="4155311"/>
              <a:ext cx="4396740" cy="94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5" name="Picture 4" descr="➤✓ InvenTree: Qué es, precios y opiniones⭐【2025】">
              <a:extLst>
                <a:ext uri="{FF2B5EF4-FFF2-40B4-BE49-F238E27FC236}">
                  <a16:creationId xmlns:a16="http://schemas.microsoft.com/office/drawing/2014/main" id="{9296E51C-2037-7D6F-9501-630B988465F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3" t="3023" r="9088" b="7538"/>
            <a:stretch>
              <a:fillRect/>
            </a:stretch>
          </p:blipFill>
          <p:spPr bwMode="auto">
            <a:xfrm>
              <a:off x="6096000" y="4155311"/>
              <a:ext cx="4396740" cy="948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7867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epic fusion to Gotenks *_*">
            <a:extLst>
              <a:ext uri="{FF2B5EF4-FFF2-40B4-BE49-F238E27FC236}">
                <a16:creationId xmlns:a16="http://schemas.microsoft.com/office/drawing/2014/main" id="{004322A4-5132-E620-1D50-B79EF7960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48" y="772602"/>
            <a:ext cx="9419304" cy="531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5F95E7DA-133F-42A9-7E7F-6F31E6C622FA}"/>
              </a:ext>
            </a:extLst>
          </p:cNvPr>
          <p:cNvGrpSpPr/>
          <p:nvPr/>
        </p:nvGrpSpPr>
        <p:grpSpPr>
          <a:xfrm>
            <a:off x="6478327" y="4508979"/>
            <a:ext cx="3706761" cy="830997"/>
            <a:chOff x="6096000" y="4155311"/>
            <a:chExt cx="4396740" cy="948691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5B556EBE-0F7C-5A9E-2804-78D8F5D1BB30}"/>
                </a:ext>
              </a:extLst>
            </p:cNvPr>
            <p:cNvSpPr/>
            <p:nvPr/>
          </p:nvSpPr>
          <p:spPr>
            <a:xfrm>
              <a:off x="6096000" y="4155311"/>
              <a:ext cx="4396740" cy="94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028" name="Picture 4" descr="➤✓ InvenTree: Qué es, precios y opiniones⭐【2025】">
              <a:extLst>
                <a:ext uri="{FF2B5EF4-FFF2-40B4-BE49-F238E27FC236}">
                  <a16:creationId xmlns:a16="http://schemas.microsoft.com/office/drawing/2014/main" id="{F3E5ECE3-3060-EE81-628A-9BEC4AC8A2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83" t="3023" r="9088" b="7538"/>
            <a:stretch>
              <a:fillRect/>
            </a:stretch>
          </p:blipFill>
          <p:spPr bwMode="auto">
            <a:xfrm>
              <a:off x="6096000" y="4155311"/>
              <a:ext cx="4396740" cy="9486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Textfeld 6">
            <a:extLst>
              <a:ext uri="{FF2B5EF4-FFF2-40B4-BE49-F238E27FC236}">
                <a16:creationId xmlns:a16="http://schemas.microsoft.com/office/drawing/2014/main" id="{0E7CA958-C9CB-2600-E810-887F865399B7}"/>
              </a:ext>
            </a:extLst>
          </p:cNvPr>
          <p:cNvSpPr txBox="1"/>
          <p:nvPr/>
        </p:nvSpPr>
        <p:spPr>
          <a:xfrm>
            <a:off x="2680989" y="4508979"/>
            <a:ext cx="303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 err="1">
                <a:highlight>
                  <a:srgbClr val="C0C0C0"/>
                </a:highlight>
              </a:rPr>
              <a:t>Gridfinity</a:t>
            </a:r>
            <a:endParaRPr lang="de-DE" sz="48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5257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A2E93A3-8C3D-82F2-D938-B11714841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23" y="0"/>
            <a:ext cx="11405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9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2CD78-0F3D-155D-ADDF-E579C5F0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Tech Stack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256803-E171-D706-DF6B-5B389F709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Visual Studio</a:t>
            </a:r>
          </a:p>
          <a:p>
            <a:r>
              <a:rPr lang="de-DE" dirty="0"/>
              <a:t>C#</a:t>
            </a:r>
          </a:p>
          <a:p>
            <a:r>
              <a:rPr lang="de-DE" dirty="0"/>
              <a:t>.Net10</a:t>
            </a:r>
          </a:p>
          <a:p>
            <a:r>
              <a:rPr lang="de-DE" dirty="0"/>
              <a:t>WPF</a:t>
            </a:r>
          </a:p>
          <a:p>
            <a:r>
              <a:rPr lang="de-DE" dirty="0" err="1"/>
              <a:t>Nunit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191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090C922-B750-312E-D9E8-ACB621EBFB32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71E8C76-F2BC-CC6D-4C49-94809F1F1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2393"/>
            <a:ext cx="12192000" cy="56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BD96-27E8-7094-BA81-41C9433A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CE39EF27-B27D-C7F8-582D-2698BDC569FD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51338B-05DF-F5DD-27DD-12437CEC8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0"/>
            <a:ext cx="12191998" cy="6857999"/>
          </a:xfrm>
        </p:spPr>
        <p:txBody>
          <a:bodyPr anchor="ctr">
            <a:normAutofit/>
          </a:bodyPr>
          <a:lstStyle/>
          <a:p>
            <a:r>
              <a:rPr lang="de-DE" sz="11500" dirty="0">
                <a:solidFill>
                  <a:schemeClr val="bg1"/>
                </a:solidFill>
              </a:rPr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86597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96E71-DDEE-16CE-A945-C6659E78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Design Patterns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06A289-6691-C7FC-E6DC-831E8C3CA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Singleton</a:t>
            </a:r>
          </a:p>
          <a:p>
            <a:r>
              <a:rPr lang="de-DE" dirty="0"/>
              <a:t>Abstrakte Klasse</a:t>
            </a:r>
          </a:p>
          <a:p>
            <a:r>
              <a:rPr lang="de-DE" dirty="0"/>
              <a:t>MVVM</a:t>
            </a:r>
          </a:p>
          <a:p>
            <a:r>
              <a:rPr lang="de-DE" dirty="0"/>
              <a:t>Repo</a:t>
            </a:r>
          </a:p>
          <a:p>
            <a:r>
              <a:rPr lang="de-DE" dirty="0"/>
              <a:t>DTO</a:t>
            </a:r>
          </a:p>
          <a:p>
            <a:r>
              <a:rPr lang="de-DE" dirty="0" err="1"/>
              <a:t>Strategy</a:t>
            </a:r>
            <a:r>
              <a:rPr lang="de-DE" dirty="0"/>
              <a:t> Pattern</a:t>
            </a:r>
          </a:p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98497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B96E9A3-4662-6793-B1D0-328B338A1C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2" y="1654628"/>
            <a:ext cx="10870236" cy="354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75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3658B59-D57C-AC00-F858-68AA72C1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73" y="2569028"/>
            <a:ext cx="10932854" cy="171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90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38D7355A-5918-EC23-02BD-6EE27AC38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5"/>
            <a:ext cx="12192000" cy="67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62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DA50-9A63-2288-E898-C75AAB42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64374285-A355-C7C0-83E7-D6A72CB5D374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1CAA21F-2371-32D2-A36F-8EFC7F96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07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A28E16E-6E34-5EAA-C98A-E3E53A872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263" y="2841171"/>
            <a:ext cx="7527474" cy="11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0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BDF037-4A04-0AD9-A640-D0F97F51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75" y="0"/>
            <a:ext cx="10515600" cy="6858000"/>
          </a:xfrm>
        </p:spPr>
        <p:txBody>
          <a:bodyPr>
            <a:noAutofit/>
          </a:bodyPr>
          <a:lstStyle/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[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        "type": "</a:t>
            </a:r>
            <a:r>
              <a:rPr lang="de-DE" sz="4000" dirty="0" err="1"/>
              <a:t>text</a:t>
            </a:r>
            <a:r>
              <a:rPr lang="de-DE" sz="40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        "</a:t>
            </a:r>
            <a:r>
              <a:rPr lang="de-DE" sz="4000" dirty="0" err="1"/>
              <a:t>value</a:t>
            </a:r>
            <a:r>
              <a:rPr lang="de-DE" sz="4000" dirty="0"/>
              <a:t>": "*{Thread}*x{</a:t>
            </a:r>
            <a:r>
              <a:rPr lang="de-DE" sz="4000" dirty="0" err="1"/>
              <a:t>Length</a:t>
            </a:r>
            <a:r>
              <a:rPr lang="de-DE" sz="4000" dirty="0"/>
              <a:t>}",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        "</a:t>
            </a:r>
            <a:r>
              <a:rPr lang="de-DE" sz="4000" dirty="0" err="1"/>
              <a:t>maxScale</a:t>
            </a:r>
            <a:r>
              <a:rPr lang="de-DE" sz="4000" dirty="0"/>
              <a:t>": 8,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        "</a:t>
            </a:r>
            <a:r>
              <a:rPr lang="de-DE" sz="4000" dirty="0" err="1"/>
              <a:t>padding</a:t>
            </a:r>
            <a:r>
              <a:rPr lang="de-DE" sz="4000" dirty="0"/>
              <a:t>": 0.5,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        "</a:t>
            </a:r>
            <a:r>
              <a:rPr lang="de-DE" sz="4000" dirty="0" err="1"/>
              <a:t>horisontalAlign</a:t>
            </a:r>
            <a:r>
              <a:rPr lang="de-DE" sz="4000" dirty="0"/>
              <a:t>": "Center"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},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{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"type": "</a:t>
            </a:r>
            <a:r>
              <a:rPr lang="de-DE" sz="4000" dirty="0" err="1"/>
              <a:t>qrcode</a:t>
            </a:r>
            <a:r>
              <a:rPr lang="de-DE" sz="4000" dirty="0"/>
              <a:t>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"</a:t>
            </a:r>
            <a:r>
              <a:rPr lang="de-DE" sz="4000" dirty="0" err="1"/>
              <a:t>value</a:t>
            </a:r>
            <a:r>
              <a:rPr lang="de-DE" sz="4000" dirty="0"/>
              <a:t>": "{</a:t>
            </a:r>
            <a:r>
              <a:rPr lang="de-DE" sz="4000" dirty="0" err="1"/>
              <a:t>Id</a:t>
            </a:r>
            <a:r>
              <a:rPr lang="de-DE" sz="4000" dirty="0"/>
              <a:t>}",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"</a:t>
            </a:r>
            <a:r>
              <a:rPr lang="de-DE" sz="4000" dirty="0" err="1"/>
              <a:t>minScale</a:t>
            </a:r>
            <a:r>
              <a:rPr lang="de-DE" sz="4000" dirty="0"/>
              <a:t>": 1,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"</a:t>
            </a:r>
            <a:r>
              <a:rPr lang="de-DE" sz="4000" dirty="0" err="1"/>
              <a:t>verticalAlign</a:t>
            </a:r>
            <a:r>
              <a:rPr lang="de-DE" sz="4000" dirty="0"/>
              <a:t>": "Center",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    "</a:t>
            </a:r>
            <a:r>
              <a:rPr lang="de-DE" sz="4000" dirty="0" err="1"/>
              <a:t>horisontalAlign</a:t>
            </a:r>
            <a:r>
              <a:rPr lang="de-DE" sz="4000" dirty="0"/>
              <a:t>": "Right"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        }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de-DE" sz="40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99710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D20B4-74C4-F13B-6E40-C4F2251B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512" y="0"/>
            <a:ext cx="10550487" cy="6858000"/>
          </a:xfrm>
        </p:spPr>
        <p:txBody>
          <a:bodyPr anchor="ctr">
            <a:normAutofit/>
          </a:bodyPr>
          <a:lstStyle/>
          <a:p>
            <a:r>
              <a:rPr lang="de-DE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typeof</a:t>
            </a:r>
            <a:r>
              <a:rPr lang="de-DE" dirty="0"/>
              <a:t>(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PartDataModel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	.</a:t>
            </a:r>
            <a:r>
              <a:rPr lang="de-DE" dirty="0" err="1">
                <a:solidFill>
                  <a:srgbClr val="FFC000"/>
                </a:solidFill>
              </a:rPr>
              <a:t>GetProperty</a:t>
            </a:r>
            <a:r>
              <a:rPr lang="de-DE" dirty="0"/>
              <a:t>(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propName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		.</a:t>
            </a:r>
            <a:r>
              <a:rPr lang="de-DE" dirty="0" err="1">
                <a:solidFill>
                  <a:srgbClr val="FFC000"/>
                </a:solidFill>
              </a:rPr>
              <a:t>GetValue</a:t>
            </a:r>
            <a:r>
              <a:rPr lang="de-DE" dirty="0"/>
              <a:t>(</a:t>
            </a:r>
            <a:r>
              <a:rPr lang="de-D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part</a:t>
            </a:r>
            <a:r>
              <a:rPr lang="de-DE" dirty="0"/>
              <a:t>)</a:t>
            </a:r>
            <a:br>
              <a:rPr lang="de-DE" dirty="0"/>
            </a:br>
            <a:r>
              <a:rPr lang="de-DE" dirty="0"/>
              <a:t>			.</a:t>
            </a:r>
            <a:r>
              <a:rPr lang="de-DE" dirty="0" err="1">
                <a:solidFill>
                  <a:srgbClr val="FFC000"/>
                </a:solidFill>
              </a:rPr>
              <a:t>ToString</a:t>
            </a:r>
            <a:r>
              <a:rPr lang="de-DE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29892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63</Paragraphs>
  <Slides>22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</vt:lpstr>
      <vt:lpstr>Ordnung ist das halbe Leben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Tech Stack</vt:lpstr>
      <vt:lpstr>PowerPoint-Präsentation</vt:lpstr>
      <vt:lpstr>Live Demo</vt:lpstr>
      <vt:lpstr>Design Patterns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typeof(PartDataModel)  .GetProperty(propName)   .GetValue(part)    .ToString();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Pelster Felix</dc:creator>
  <cp:lastModifiedBy>Pelster Felix</cp:lastModifiedBy>
  <cp:revision>13</cp:revision>
  <dcterms:created xsi:type="dcterms:W3CDTF">2026-03-22T19:18:46Z</dcterms:created>
  <dcterms:modified xsi:type="dcterms:W3CDTF">2026-03-25T07:32:12Z</dcterms:modified>
</cp:coreProperties>
</file>